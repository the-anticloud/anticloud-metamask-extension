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METAMASK_EXTENSION | Category: CRYPTOCURRENCY</a:t>
            </a:r>
          </a:p>
          <a:p>
            <a:r>
              <a:rPr sz="1400"/>
              <a:t>Upstream: https://github.com/MetaMask/metamask-extension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METAMASK_EXTENSION.</a:t>
            </a:r>
          </a:p>
          <a:p>
            <a:r>
              <a:rPr sz="1400"/>
              <a:t>Browser wallet for crypto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METAMASK_EXTENSION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